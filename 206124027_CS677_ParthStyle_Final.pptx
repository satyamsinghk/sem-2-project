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2286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and Preference-Aware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Compiler Optimization Framework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14400" y="3246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3502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Singh Kumre (206124027)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0" y="3246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0" y="3502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Priyanka Panigrahi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TECHNOLOGY, TIRUCHIRAPPALLI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PROBLEM STATEMENT, OBJECTIVES &amp; MOTIVATION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compiler optimizations (e.g., Clang/GCC -O3, -Oz) use rigid, one-size-fits-all heuristic pass sequences, failing to adapt to specialized source code architecture. Lack of preference awareness makes it hard to strike a precise balance between Execution Speed, Code Size, and Compile Time.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build a Machine Learning-based Predictive Compiler Optimization Framework on LLVM/Clang that dynamically selects optimal pass sequences per program and introduces a 3D Metric Priority Vector (Speed, Size, Compile-Time) for developer-steered output.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
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rigid -O3 heuristics with per-program ML prediction, delivering measurable real-world speedups.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developer control over compiler output — a first in ML-compiler research.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1.25 ms inference overhead: suitable for production toolchains and CI/CD pipelines.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3-A. LITERATURE SURVEY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520440"/>
        </p:xfrm>
        <a:graphic>
          <a:graphicData uri="http://schemas.openxmlformats.org/drawingml/2006/table">
            <a:tbl>
              <a:tblPr/>
              <a:tblGrid>
                <a:gridCol w="594360"/>
                <a:gridCol w="2286000"/>
                <a:gridCol w="2743200"/>
                <a:gridCol w="3063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572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Clang/LLVM -O3 and -O2 heuristics.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hand-crafted pass sequences applied universally to all C programs.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Rigidity: Performs well on average but fails to extract peak speedups for specialized Matrix / Loop-heavy code.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1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Autophase: Juggling HLS Phase Orderings (Huang et al., 2019).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56-dim Autophase features + Reinforcement Learning for pass ordering.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Limit: Fixed 56-dim features cannot capture complex semantic structures; no developer preference control.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3-B. LITERATURE SURVEY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520440"/>
        </p:xfrm>
        <a:graphic>
          <a:graphicData uri="http://schemas.openxmlformats.org/drawingml/2006/table">
            <a:tbl>
              <a:tblPr/>
              <a:tblGrid>
                <a:gridCol w="594360"/>
                <a:gridCol w="2286000"/>
                <a:gridCol w="2743200"/>
                <a:gridCol w="3063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572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Compilation Search (Genetic Algorithms over LLVM passes).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Evolutionary search over pass orderings — hundreds of compilations per file.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Overhead: Minutes/hours per file. Cannot be used in real-world toolchains.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1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LLM Compiler: Foundation Models of Compiler Optimization (ArXiv, 2024).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7B-parameter LLM trained on LLVM IR for pass selection.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Priority Tuning: Entirely optimizes for speed; developers cannot steer towards size or compile-time goals.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4-A. BLOCK SCHEMATIC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1051560"/>
            <a:ext cx="210312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" y="10515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C-Programs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(FormAI / PolyBench)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051560"/>
            <a:ext cx="210312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42616" y="10515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Priority 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(Speed | Size | Compile-Time)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83480" y="1051560"/>
            <a:ext cx="210312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0056" y="10515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Intermediate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(IR)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0" y="1051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80160" y="1600200"/>
            <a:ext cx="0" cy="27432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16152" y="176479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80160" y="176479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0" y="1600200"/>
            <a:ext cx="0" cy="27432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93592" y="176479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0" y="176479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600200"/>
            <a:ext cx="0" cy="27432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71032" y="176479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1764792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" y="1874520"/>
            <a:ext cx="6583680" cy="566928"/>
          </a:xfrm>
          <a:prstGeom prst="rect">
            <a:avLst/>
          </a:prstGeom>
          <a:solidFill>
            <a:srgbClr val="1F6B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65176" y="1874520"/>
            <a:ext cx="6510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MODULE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0040" y="24414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IRFeatureExtractor  →  66-dim Autophase CFG parsing (Cummins et al. CompilerGym)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0040" y="2679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NLPFeatureExtractor  →  HuggingFace CodeBERT / CodeT5  →  768-dim IR embeddings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0040" y="29169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Concatenation  →  Normalized N-dim Feature Vector  +  3D Priority Vector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520440" y="3191256"/>
            <a:ext cx="0" cy="27432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56432" y="335584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20440" y="3355848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48840" y="3465576"/>
            <a:ext cx="2743200" cy="493776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2185416" y="3465576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Feature Array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ML Engine on Slide 6)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74920" y="3584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Continued on Slide 6 ]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4-B. BLOCK SCHEMATIC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0" y="1024128"/>
            <a:ext cx="4572000" cy="457200"/>
          </a:xfrm>
          <a:prstGeom prst="rect">
            <a:avLst/>
          </a:prstGeom>
          <a:solidFill>
            <a:srgbClr val="1F6B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22576" y="102412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Feature Array  (from Feature Extraction)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1481328"/>
            <a:ext cx="0" cy="219456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07992" y="1591056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591056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" y="1700784"/>
            <a:ext cx="868680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5176" y="1700784"/>
            <a:ext cx="8613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ENSEMBLE ENGINE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" y="2304288"/>
            <a:ext cx="2560320" cy="640080"/>
          </a:xfrm>
          <a:prstGeom prst="rect">
            <a:avLst/>
          </a:prstGeom>
          <a:solidFill>
            <a:srgbClr val="2E40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65176" y="230428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 Classifier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 Ensemble / XGBoost-style)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063240" y="2304288"/>
            <a:ext cx="2560320" cy="640080"/>
          </a:xfrm>
          <a:prstGeom prst="rect">
            <a:avLst/>
          </a:prstGeom>
          <a:solidFill>
            <a:srgbClr val="2E40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099816" y="230428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 +  RBF Kernel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 Non-linear — Best Model 94.61%)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97880" y="2304288"/>
            <a:ext cx="2560320" cy="640080"/>
          </a:xfrm>
          <a:prstGeom prst="rect">
            <a:avLst/>
          </a:prstGeom>
          <a:solidFill>
            <a:srgbClr val="2E405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34456" y="230428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Random Forest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(Probabilistic Ensemble)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508760" y="2944368"/>
            <a:ext cx="0" cy="146304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44752" y="298094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08760" y="298094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43400" y="2944368"/>
            <a:ext cx="0" cy="146304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79392" y="298094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43400" y="298094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944368"/>
            <a:ext cx="0" cy="146304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14032" y="298094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298094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463040" y="3090672"/>
            <a:ext cx="6217920" cy="457200"/>
          </a:xfrm>
          <a:prstGeom prst="rect">
            <a:avLst/>
          </a:prstGeom>
          <a:solidFill>
            <a:srgbClr val="1F6B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499616" y="3090672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Soft-Voting Aggregator  →  Argmax  →  Sequence ID [0-9]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3547872"/>
            <a:ext cx="0" cy="18288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07992" y="362102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0" y="3621024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280160" y="3730752"/>
            <a:ext cx="6583680" cy="457200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1316736" y="3730752"/>
            <a:ext cx="6510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EVALUATOR  →  LLVM Pass String  →  Clang Compile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0" y="4187952"/>
            <a:ext cx="0" cy="164592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07992" y="4242816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0" y="4242816"/>
            <a:ext cx="64008" cy="10972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371600" y="4352544"/>
            <a:ext cx="6400800" cy="457200"/>
          </a:xfrm>
          <a:prstGeom prst="rect">
            <a:avLst/>
          </a:prstGeom>
          <a:solidFill>
            <a:srgbClr val="7B0D0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1408176" y="4352544"/>
            <a:ext cx="6327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Optimized Binary  |  8.37% Faster  |  7.22% Lower Compile Overhead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5-A. ALGORITHM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PROGRAM CHARACTERISTIC EXTRACTION (PHASE - I):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 Source Code files requested by developer.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Lower C-Program into LLVM Intermediate Representation.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Initialize AutophaseFeatureExtractor.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Parse CFG (Control Flow Graph) extracting 56 node/edge features.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Parse mathematical instructions (Float Ops, Int Ops, Vector Ops).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Augment extracted list with Developer's Priority Vector [Speed, Size, CompileTime].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Normalize features using globally tracked Min-Max scaling.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N-dimensional feature array (69-dim baseline) ready for ML inference.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5-B.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ENSEMBLE MODEL INFERENCE (PHASE - II):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IR Feature Array; trained weights for RF, ExtraTrees, SVC.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Load input array into individual decoupled models concurrently.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Random Forest computes probability tree distribution.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ExtraTrees analyzes generalized boosting distribution.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SVC calculates non-linear RBF decision boundaries.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Soft-voting aggregator computes global weighted mean probability.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Argmax outputs the predicted Sequence ID [0-9].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target Sequence ID (e.g., Class 0 → aggressive_speed).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5-C.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FAST ITERATIVE DATASET GENERATION (PHASE - III):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FormAI / Kaggle C-Program repos.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Extract features for base C-programs.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Generate N randomized Metric Priority permutations.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Iteratively compile program against all 10 Pass Classes.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Measure execution, size, and compile ratios per class.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Compute reward = speed_w×speedup + size_w×reduction + time_w×compile_gain.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Label dataset row with the highest-reward Sequence ID.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supervised dataset spanning thousands of priority-labelled edge cases.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5-D. ALGORITHM CONTD.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PREFERENCE-AWARE SCHEDULING (PHASE - IV):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98448"/>
            <a:ext cx="8503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ID from ML Prediction; LLVM Pass Manager constraints.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Look up Sequence ID in PassManager dictionary.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Construct string of exact compiler passes (e.g. -inline -loop-unroll).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Subprocess Clang combining backend flags with custom ML passes.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Record output binary footprint and compilation time.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Execute binary natively and monitor OS-level execution duration.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Executable with Performance Analytics versus -O3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EXPERIMENTS &amp; PERFORMANCE METRICS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Conducted: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1,350 augmented C programs from FormAI Dataset &amp; PolyBench benchmarks.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 on Sklearn SVC + ExtraTrees + Random Forest ensemble.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head-to-head demo: ML-predicted sequence vs Clang -O3 on Matrix Multiplication.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 Test + Cohen's d Effect Size for statistical significance.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Accuracy: SVC (Best) 94.61%  |  Ensemble 94.12%  |  Base KNN 93.14%  |  Base DT 90.20%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Speedup vs -O3:  8.37% faster  (p &lt; 0.00001 — statistically significant).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Overhead Reduction vs -O3:  7.22% lower total overhead.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Time:  1.25 ms per program (virtually zero overhead).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Score:  0.761 / 1.0  — framework actively switches optimization class when developer priority changes.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IMPLEMENTATION ENVIRONMENT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Ecosystem: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Apple Silicon / Intel architecture (macOS Environment).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16 GB unified RAM.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Libraries: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Infrastructure: LLVM framework (opt / clang).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Language: Python 3.10+.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scikit-learn (SVC / ExtraTrees / Random Forest) — Sklearn fallbacks override PyTorch OpenMP crashes on Apple Silicon.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Representation: HuggingFace Transformers (CodeBERT / CodeT5, inspired by Meta LLM Compiler 2024).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NumPy, Pandas, Subprocess isolated workers.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EXPECTED MILESTONES / WORK PLAN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01168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9966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MS0 Completed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6080" y="1005840"/>
            <a:ext cx="201168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996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61872"/>
          <a:ext cx="8686800" cy="324612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502920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Completed / To Be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19.Feb.26 – 05.Apr.26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survey; LLVM toolchain setup; Autophase 66-dim IRFeatureExtractor; CodeBERT NLPFeatureExtractor; Sklearn SVC/ExtraTrees/RF ensemble training; Priority Vector integration; Demo on Matrix Multiplication benchmark.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09.Apr.26 – 05.May.26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dataset to 5,000+ programs from full FormAI corpus; tune ensemble hyperparameters; validate adaptability score across more priority vectors.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09.May.26 – 19.May.26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ProGraML graph-based CFG embeddings; compare GNN vs current IRFeatureExtractor; statistical analysis across full PolyBench suite.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23.May.26 – 31.May.26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performance graphs; thesis compilation; Clang C++ pass plugin prototype (future work).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F7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315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REFERENCES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503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Research Team, "Meta Large Language Model Compiler: Foundation Models of Compiler Optimization," ArXiv preprint, 2024.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Jain et al., "Machine Learning based prediction of custom optimization passes," PACT / IEEE, 2023.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Cummins et al., "ProGraML: A Graph-based Program Representation for Data Flow Analysis and Compiler Optimizations," ICML / IEEE, 2021.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Venkatakeerthy et al., "IR2Vec: LLVM IR based Scalable Program Embeddings," ACM Transactions on Architecture and Code Optimization (IEEE-cited), 2020.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Cummins et al., "CompilerGym: Robust, Performant Compiler Optimization Environments for AI Research," CGO, 2022.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Huang et al., "Autophase: Juggling HLS Phase Orderings in Random Forests with Deep Reinforcement Learning," MLSys, 2019.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Wang and M. O'Boyle, "Machine Learning in Compiler Optimization," Proceedings of the IEEE, vol. 106, no. 11, 2018.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H. Ashouri et al., "Machine Learning in Compilers: Past, Present and Future," HiPEAC, 2018.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916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Questions?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82880" y="4709160"/>
            <a:ext cx="8778240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754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206124027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34440" y="475488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CS677: Predictive and Preference-Aware Compiler Optimization using Machine Learning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and Preference-Aware Compiler Optimization Framework</dc:title>
  <dc:subject>PptxGenJS Presentation</dc:subject>
  <dc:creator>PptxGenJS</dc:creator>
  <cp:lastModifiedBy>PptxGenJS</cp:lastModifiedBy>
  <cp:revision>1</cp:revision>
  <dcterms:created xsi:type="dcterms:W3CDTF">2026-04-05T12:27:35Z</dcterms:created>
  <dcterms:modified xsi:type="dcterms:W3CDTF">2026-04-05T12:27:35Z</dcterms:modified>
</cp:coreProperties>
</file>