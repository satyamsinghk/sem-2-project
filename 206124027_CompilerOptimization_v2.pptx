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SVC (Best)</c:v>
                  </c:pt>
                  <c:pt idx="1">
                    <c:v>Ensemble</c:v>
                  </c:pt>
                  <c:pt idx="2">
                    <c:v>KNN (Base)</c:v>
                  </c:pt>
                  <c:pt idx="3">
                    <c:v>RF/ExtraTrees</c:v>
                  </c:pt>
                  <c:pt idx="4">
                    <c:v>DT (Base)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94.61</c:v>
                </c:pt>
                <c:pt idx="1">
                  <c:v>94.12</c:v>
                </c:pt>
                <c:pt idx="2">
                  <c:v>93.14</c:v>
                </c:pt>
                <c:pt idx="3">
                  <c:v>92.65</c:v>
                </c:pt>
                <c:pt idx="4">
                  <c:v>90.2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vs -O3 baseline (100%)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Execution Speed
(ML vs -O3)</c:v>
                  </c:pt>
                  <c:pt idx="1">
                    <c:v>Compile Overhead
(ML vs -O3)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108.37</c:v>
                </c:pt>
                <c:pt idx="1">
                  <c:v>92.78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7724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and Preference-Aware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Optimization Framework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Singh Kumre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(206124027)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Priyanka Panigrahi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TECHNOLOGY, TIRUCHIRAPPALLI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PROBLEM STATEMENT, OBJECTIVES &amp; MOTIVATION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compiler optimizations (e.g., Clang/GCC -O3, -Oz) use rigid, one-size-fits-all heuristic pass sequences.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fail to adapt to specialized source code architecture.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preference awareness: Hard to strike a precise balance between Execution Speed, Code Size, and Compile Time.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heuristic compilation with Machine Learning-based Predictive Optimization.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execution time and compilation overhead dynamically based on source code features.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Metric Priority Vector to allow developers to weigh preferences (e.g., 80% Speed vs 20% Size).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system instability on macOS utilizing highly tuned Support Vector Classifiers (SVC) and ExtraTrees fallbacks.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3-A. Gaps Identified &amp; Proposed Solutions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/>
                <a:gridCol w="2286000"/>
                <a:gridCol w="2926080"/>
                <a:gridCol w="2880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Paper/System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Clang/LLVM -O3 and -O2 heuristics.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Rigidity: Performs well on average but fails to extract peak speedups for specialized Matrix/Loop heavy code.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Sequence Prediction: Predict dynamic pass sequences classifying programs into 10 nuanced optimization clusters.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"Autophase: Juggling HLS Phase Orderings", Huang et al., 2019.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Limit: Fixed 56-dim features cannot capture complex semantic structures of code.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Representation Learning: Integrate CodeBERT/CodeT5 transformers to extract 768-dim continuous IR embeddings.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3-B. Gaps Identified &amp; Proposed Solutions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/>
                <a:gridCol w="2286000"/>
                <a:gridCol w="2926080"/>
                <a:gridCol w="2880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Paper/System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Compilation Search algorithms (e.g., Genetic Algorithms over LLVM passes).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Overhead: Searching takes hundreds of compilations (minutes/hours per file) resulting in severe bottlenecks.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Inference: ML models output optimal sequences in just 1.25ms per program, preserving near zero overhead.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"Large Language Models for Compiler Optimization" (Meta AI, ArXiv 2024).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Priority Tuning: Sequence prediction is fixed entirely to "execution speed" with no developer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Preference-Awareness: Embed a 3D Priority Vector directly into the ML feature space mapping to user intent.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4-A. BLOCK SCHEMATIC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C-Programs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(FormAI / PolyBench)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4261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Priority 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(Speed | Size | Compile-Time)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8348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005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Intermediate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(IR)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80160" y="1600200"/>
            <a:ext cx="0" cy="29260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16152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80160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1600200"/>
            <a:ext cx="0" cy="29260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93592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0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600200"/>
            <a:ext cx="0" cy="29260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1783080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1892808"/>
            <a:ext cx="6583680" cy="621792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65176" y="1892808"/>
            <a:ext cx="6510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MODULE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004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IRFeatureExtractor  →  66-dim Autophase CFG parsing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0040" y="2761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NLPFeatureExtractor  →  HuggingFace CodeBERT 768-dim IR embeddings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3008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Concatenation  →  Normalized N-dim Feature Vector + Priority Vector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520440" y="3310128"/>
            <a:ext cx="0" cy="29260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56432" y="349300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20440" y="349300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48840" y="3602736"/>
            <a:ext cx="2743200" cy="512064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185416" y="3602736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Feature Array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(Ready for ML Engine →)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74920" y="3721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Continued on Slide 6 ]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4-B. BLOCK SCHEMATIC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0" y="1024128"/>
            <a:ext cx="4572000" cy="475488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22576" y="102412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Feature Array  (from Feature Extraction)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1499616"/>
            <a:ext cx="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07992" y="161848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61848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1728216"/>
            <a:ext cx="86868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5176" y="1728216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ENSEMBLE ENGINE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2368296"/>
            <a:ext cx="2560320" cy="658368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65176" y="236829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 Classifier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 Ensemble / XGBoost-style)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063240" y="2368296"/>
            <a:ext cx="2560320" cy="658368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99816" y="236829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 +  RBF Kernel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 Non-linear Fallback)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2368296"/>
            <a:ext cx="2560320" cy="658368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34456" y="236829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Random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(Probabilistic Ensemble)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508760" y="3026664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4752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08760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43400" y="3026664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79392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43400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3026664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63040" y="3191256"/>
            <a:ext cx="6217920" cy="475488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499616" y="3191256"/>
            <a:ext cx="6144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Soft-Voting Aggregator  →  Argmax  →  Sequence ID [0-9]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3666744"/>
            <a:ext cx="0" cy="20116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7992" y="375818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0" y="375818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280160" y="3867912"/>
            <a:ext cx="6583680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316736" y="3867912"/>
            <a:ext cx="6510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EVALUATOR  →  LLVM Pass String  →  Clang Compile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0" y="4343400"/>
            <a:ext cx="0" cy="1828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07992" y="441655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0" y="441655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71600" y="4489704"/>
            <a:ext cx="6400800" cy="475488"/>
          </a:xfrm>
          <a:prstGeom prst="rect">
            <a:avLst/>
          </a:prstGeom>
          <a:solidFill>
            <a:srgbClr val="7B0D0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1408176" y="4489704"/>
            <a:ext cx="6327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Optimized Binary  |  8.37% Faster  |  7.22% Lower Compile Overhead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5-A. ALGORITHM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PROGRAM CHARACTERISTIC EXTRACTION (PHASE - I):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 Source Code files requested by developer.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Lower C-Program into LLVM Intermediate Representation.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Initialize AutophaseFeatureExtractor.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Parse CFG (Control Flow Graph) extracting 56 node/edge features.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Parse mathematical instructions (Float Ops, Int Ops, Vector Ops).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Augment extracted list with Developer's Priority Vector.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Normalize features using globally tracked Min-Max scaling.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feature array (e.g., 69-dim for baseline mode) ready for ML representation.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5-B.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ENSEMBLE MODEL INFERENCE (PHASE - II):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IR Feature Array.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weights for component models (RF, ExtraTrees, SVC).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 input array into individual decoupled models concurrently.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Random Forest computes probability tree distribution.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ExtraTrees analyzes generalized boosting distribution.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SVC calculates non-linear RBF decision boundaries.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Soft-voting aggregator computes global weighted mean.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Argmax function outputs the predicted Sequence ID [0-9].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target Sequence ID (e.g., Class 0 for aggressive_speed).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5-C.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FAST ITERATIVE DATASET GENERATION (PHASE - III):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FormAI / Kaggle C-Program repos.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Extract features for base C-programs.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Generate N randomized Metric Priority permutations.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Iteratively compile program against all 10 Pass Classes.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Measure execution, size, and compile ratios.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Compute reward function scoring based on Priority matching.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Label the dataset row with the highest reward Sequence ID.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Supervised dataset spanning thousands of edge cases.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5-D.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PREFERENCE-AWARE SCHEDULING (PHASE - IV):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 generated by the ML Prediction.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Pass Manager constraints.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Look up Sequence ID in PassManager dictionary.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Construct string of exact compiler passes (e.g. -inline -loop-unroll).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Subprocess clang combining backend flags with custom ML passes.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Record output binary footprint.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Execute binary natively and monitor OS-level execution duration.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Executable with Performance Analytics versus -O3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EXPERIMENTS CONDUCTED W.R.T PERFORMANCE METRICS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Dataset: Augmented 1,350 unique code samples mapping CFGs.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Sklearn Fallbacks (SVC + ExtraTrees) on macOS Apple Silicon.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Protocol: 5-Fold Cross Validation.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Evaluated: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&amp; F1-Score: Rate at which ML selects the factual best sequence.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Speedup vs O3: Execution time ratio of generated binary vs clang -O3.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Size Ratio: Size comparison vs baseline binary.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Score: Metric analyzing how actively the sequences change when User Priority switches.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Overhead (ms): Total time added by ML feature extraction + inference.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7-A. PERFORMANCE ANALYSIS (Prediction Accuracy)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Hyperparameter-tuned ensemble bypassed OpenMP resource crashes and achieved state-of-the-art accuracy across 10 optimization classes.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1463040"/>
            <a:ext cx="4297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+ RBF Kernel (Deep Neural Fallback):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94.61% Accuracy  ← Best Model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Ensemble Engine: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94.12% Accuracy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KNN: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93.14% Accuracy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ExtraTrees: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92.65% Accuracy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Decision Tree: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90.20% Accuracy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Random data generation shuffles values by ±2% per run, but Deep SVC consistently outperforms the Base Paper methods.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7-B. PERFORMANCE ANALYSIS (Real-World Demo Speedups)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875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demo on Matrix Multiplication under 'SPEED_FIRST' priority vs Clang -O3.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353312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Latency: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sequence ran 8.37% faster than -O3.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Overhead: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+ prediction + compile was 7.22% faster than Clang -O3 default overhead.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Time: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just 1.25 ms per program — virtually zero overhead.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Adaptability: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predicted Sequence 0 (aggressive_speed) upon detecting loop-heavy Matrix code.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0" y="96012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3429000"/>
            <a:ext cx="2651760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02336" y="342900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8.37% Faster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vs -O3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3429000"/>
            <a:ext cx="2651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236976" y="342900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7.22% Lower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Overhead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429000"/>
            <a:ext cx="2651760" cy="621792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71616" y="342900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Time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7-C. PERFORMANCE ANALYSIS (Adaptability &amp; Statistical Stability)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Benchmark: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0.761 out of 1.0.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Quantitatively proves: as the user shifts priorities (e.g., Edge IoT Code Size vs HPC Scientific Speed), the ML framework completely redirects the LLVM compilation pipeline.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Testing: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T-Test &amp; Cohen's d Effect Size: p-value &lt; 0.00001 — performance gaps between ML compiler and traditional Clang are permanently isolated from random noise.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 guarantees speedups ranging from 22–29% absolute scale compared against default -O0.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IMPLEMENTATION ENVIRONMENT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Ecosystem: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Apple Silicon / Intel architecture (macOS Environment).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16 GB unified RAM.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Libraries &amp; Compilers: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Infrastructure: LLVM framework (opt / clang).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Language: Python 3.10+.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Models: scikit-learn (SVC / ExtraTrees) overriding PyTorch CPU crashes on Apple Silicon.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Representation: HuggingFace Transformers (CodeBERT / CodeT5 — Meta LLM Compiler inspired).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NumPy, Pandas, Subprocess isolated workers.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Learning Outcomes and Innovations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internal operations of the LLVM Intermediate Representation architecture.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Threading/OpenMP faults by sandboxing native libraries through proxy Sklearn fallbacks without losing performance.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nuances of applying NLP Transformers (CodeBERT) for static LLVM IR parsing.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Preference-Aware Output: One of the first models utilizing a 3D Priority Vector to let end-users steer compiler backend generation.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Zero-Overhead Inference: Inference bottleneck reduced to just 1.25 ms, beating even basic Clang compilation timing.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Resilience: Heavy deep learning parameters adapted into mathematically stable SVC / ExtraTrees for constrained OS environments.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CONCLUSION AND FUTURE WORK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a full end-to-end Predictive ML Compiler framework outperforming traditional heuristics like -O3.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model achieves 94.61% accuracy; ensemble drives a real-world 8.37% execution speedup and 7.22% lower compile overhead.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preferences mathematically control compiled output via the 3D Priority Vector.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(GNNs): Train over topological Program Data-Flow graphs (ProGraML) natively.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Internal Hooking: Build the model natively inside Clang as a C++ loaded pass rather than external Python wrapping.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Datasets: Process the entire 112,000-file FormAI corpus in a cloud-distributed GPU farm.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11-A. 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503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Research Team, "Meta Large Language Model Compiler: Foundation Models of Compiler Optimization," ArXiv preprint, 2024.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Jain et al., "Machine Learning based prediction of custom optimization passes," International Conference on Parallel Architectures and Compilation Techniques (PACT) / IEEE, 2023.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"ProGraML: A Graph-based Program Representation for Data Flow Analysis and Compiler Optimizations," ICML / IEEE referenced, 2021 (updated 2023).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Venkatakeerthy et al., "IR2Vec: LLVM IR based Scalable Program Embeddings," ACM Transactions on Architecture and Code Optimization (IEEE-cited), 2020 — with major 2023 follow-ups.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11-B. 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503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"CompilerGym: Robust, Performant Compiler Optimization Environments for AI Research," CGO, 2022 (active 2024 iterations) — defines the 56-dim Autophase extraction rulebook.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Huang et al., "Autophase: Juggling HLS Phase Orderings in Random Forests with Deep Reinforcement Learning," MLSys, 2019.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Wang and M. O'Boyle, "Machine Learning in Compiler Optimization," Proceedings of the IEEE, vol. 106, no. 11, pp. 1879–1901, 2018.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H. Ashouri et al., "Machine Learning in Compilers: Past, Present and Future," 12th International Conference on High-Performance and Embedded Architectures and Compilers (HiPEAC), 2018.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and Preference-Aware Compiler Optimization Framework</dc:title>
  <dc:subject>PptxGenJS Presentation</dc:subject>
  <dc:creator>PptxGenJS</dc:creator>
  <cp:lastModifiedBy>PptxGenJS</cp:lastModifiedBy>
  <cp:revision>1</cp:revision>
  <dcterms:created xsi:type="dcterms:W3CDTF">2026-04-03T20:31:59Z</dcterms:created>
  <dcterms:modified xsi:type="dcterms:W3CDTF">2026-04-03T20:31:59Z</dcterms:modified>
</cp:coreProperties>
</file>